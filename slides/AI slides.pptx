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db23b009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db23b009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b23b009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db23b009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b23b009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db23b009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b23b009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db23b009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b23b009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b23b009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D2-V8: Domestic Service Robot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Cooling and Quality Degradation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391272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Natalia Płocha, </a:t>
            </a:r>
            <a:r>
              <a:rPr lang="en" sz="15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10165947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Prepare and serve beverages in a time-constrained environment.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Constraint: Single-manipulator configuration (holding one dish at a time).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Core Problem: Modelling the relationship between service delays and product quality.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DISCRETE STATE MODELING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 Representation: Predicates for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Hot-fresh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Warm-acceptable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Cold-degraded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Dynamics: Conditional effects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actions simulate quality loss per step.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Failure Condition: "Delay leads to failure" – excessive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actions (longer path) transition the dish to an unserviceable state.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total-cost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function as a heuristic metric to incentivize speed and efficient routing.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CONTINUOUS TIME &amp; DYNAMICS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Processes: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:process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autonomous cooling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decrease temperature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task timers.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Autonomous Events: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:event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triggers threshold-based transitions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end-move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modeling physical reality.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Reasoning: The planner reasons over continuous trajectories where quality decays independently of robot actions.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Reality: Inaction has a cost – the environment evolves autonomously.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AS A FAILURE CONDITION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A (Solvable): Direct paths and efficient task scheduling keep coffee within quality thresholds.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Scenario B (Unsolvable): Elongated paths/extra tasks force cumulative delay.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"No Plan Found" result: A formal proof that the goal is logically unreachable under current temporal/dynamic constraints.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Environmental topology is a critical bottleneck in service robotics.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Challenges: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Balancing domain complexity with planner performance (ENHSP).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Defining precise threshold-based events in PDDL+.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Precision vs. Computational Efficiency.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Handling autonomous environmental evolution.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